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screen16x9"/>
  <p:notesSz cx="6858000" cy="9144000"/>
  <p:defaultTextStyle>
    <a:defPPr/>
    <a:lvl1pPr marL="0" algn="l">
      <a:defRPr lang="zh-CN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1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README.md - docs/product.md - apps/web/app/about/about.tsx - design.md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2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docs/product.md - apps/web/app/about/about.tsx (why, LEDGER) - XH-202621_作品设计实现方案_智演JobEvolution.docx (1.1)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3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CONTEXT.md - docs/tech.md - apps/web/app/about/about.tsx (NODES, PRINCIPLES)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4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docs/tech.md (图谱构建与幻觉防控) - apps/web/app/about/about.tsx (PIPELINE) - docs/product.md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5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docs/product.md (新岗位发现) - XH-202621_作品设计实现方案_智演JobEvolution.docx (5.1, 5.3) - data/snapshot/release-2026-09-02.json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6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docs/tech.md (双时间与演化事件) - docs/product.md (切片差分) - apps/web/app/about/about.tsx (PIPELINE, BOUNDS)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7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docs/product.md (差距分析与学习路径) - apps/web/app/about/about.tsx (REPORT, AUDIENCES) - CONTEXT.md (简历证据级、方向结论)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8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docs/product.md (四个产品记忆点) - apps/web/app/about/about.tsx (REPORT) - docs/adr/0044-mvp-uses-a-two-track-action-list.md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9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apps/web/app/about/about.tsx (PRINCIPLES, BOUNDS) - docs/tech.md (图谱构建与幻觉防控) - docs/adr/0043-resume-rewrites-cannot-invent-facts.md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10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data/snapshot/release-2026-09-02.json (evidence, skills, requirement_versions, relationships counts) - data/eval/out/jd.json - data/eval/out/resume.json - data/eval/out/match.json - data/eval/out/coverage.json - XH-202621_作品设计实现方案_智演JobEvolution.docx (3.4, 3.5)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notes11"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zh-CN"/>
              <a:t>[Sources] - README.md - docs/product.md - apps/web/app/about/about.tsx (收尾) - design.md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智演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sv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sv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sv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sv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sv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sv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sv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sv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sv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sv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sv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/>
      <p:pic>
        <p:nvPicPr>
          <p:cNvPr id="2" name="智演 slide 1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/>
      <p:pic>
        <p:nvPicPr>
          <p:cNvPr id="2" name="智演 slide 2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/>
      <p:pic>
        <p:nvPicPr>
          <p:cNvPr id="2" name="智演 slide 3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/>
      <p:pic>
        <p:nvPicPr>
          <p:cNvPr id="2" name="智演 slide 4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/>
      <p:pic>
        <p:nvPicPr>
          <p:cNvPr id="2" name="智演 slide 5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/>
      <p:pic>
        <p:nvPicPr>
          <p:cNvPr id="2" name="智演 slide 6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/>
      <p:pic>
        <p:nvPicPr>
          <p:cNvPr id="2" name="智演 slide 7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/>
      <p:pic>
        <p:nvPicPr>
          <p:cNvPr id="2" name="智演 slide 8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/>
      <p:pic>
        <p:nvPicPr>
          <p:cNvPr id="2" name="智演 slide 9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/>
      <p:pic>
        <p:nvPicPr>
          <p:cNvPr id="2" name="智演 slide 10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/>
      <p:pic>
        <p:nvPicPr>
          <p:cNvPr id="2" name="智演 slide 11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智演">
  <a:themeElements>
    <a:clrScheme name="智演">
      <a:dk1>
        <a:srgbClr val="1D252C"/>
      </a:dk1>
      <a:lt1>
        <a:srgbClr val="FAF9F6"/>
      </a:lt1>
      <a:dk2>
        <a:srgbClr val="3E4852"/>
      </a:dk2>
      <a:lt2>
        <a:srgbClr val="F2F1ED"/>
      </a:lt2>
      <a:accent1>
        <a:srgbClr val="2A75FF"/>
      </a:accent1>
      <a:accent2>
        <a:srgbClr val="2F8766"/>
      </a:accent2>
      <a:accent3>
        <a:srgbClr val="B56D17"/>
      </a:accent3>
      <a:accent4>
        <a:srgbClr val="B6534B"/>
      </a:accent4>
      <a:accent5>
        <a:srgbClr val="D9D8D2"/>
      </a:accent5>
      <a:accent6>
        <a:srgbClr val="7D8790"/>
      </a:accent6>
      <a:hlink>
        <a:srgbClr val="2A75FF"/>
      </a:hlink>
      <a:folHlink>
        <a:srgbClr val="B6534B"/>
      </a:folHlink>
    </a:clrScheme>
    <a:fontScheme name="智演">
      <a:majorFont>
        <a:latin typeface="IBM Plex Mono"/>
        <a:ea typeface="PingFang SC"/>
        <a:cs typeface="Arial"/>
      </a:majorFont>
      <a:minorFont>
        <a:latin typeface="IBM Plex Mono"/>
        <a:ea typeface="PingFang SC"/>
        <a:cs typeface="Arial"/>
      </a:minorFont>
    </a:fontScheme>
    <a:fmtScheme name="智演">
      <a:fillStyleLst>
        <a:solidFill>
          <a:srgbClr val="FAF9F6"/>
        </a:solidFill>
      </a:fillStyleLst>
      <a:lnStyleLst>
        <a:ln w="9525">
          <a:solidFill>
            <a:srgbClr val="D9D8D2"/>
          </a:solidFill>
        </a:ln>
      </a:lnStyleLst>
      <a:effectStyleLst>
        <a:effectStyle>
          <a:effectLst/>
        </a:effectStyle>
      </a:effectStyleLst>
      <a:bgFillStyleLst>
        <a:solidFill>
          <a:srgbClr val="FAF9F6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智演 JobEvolution</Application>
  <PresentationFormat>屏幕放映 16:9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智演 JobEvolution 参赛作品</dc:title>
  <dc:subject>多源招聘数据驱动的岗位能力图谱与职业迁移诊断系统</dc:subject>
  <dc:creator>智演 JobEvolution</dc:creator>
  <cp:lastModifiedBy>智演 JobEvolution</cp:lastModifiedBy>
  <dcterms:created xmlns:xsi="http://www.w3.org/2001/XMLSchema-instance" xsi:type="dcterms:W3CDTF">2026-09-04T00:00:00Z</dcterms:created>
</cp:coreProperties>
</file>